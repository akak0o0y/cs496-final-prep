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18" r:id="rId6"/>
    <p:sldId id="324" r:id="rId7"/>
    <p:sldId id="319" r:id="rId8"/>
    <p:sldId id="320" r:id="rId9"/>
    <p:sldId id="325" r:id="rId10"/>
    <p:sldId id="321" r:id="rId11"/>
    <p:sldId id="322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5405" autoAdjust="0"/>
  </p:normalViewPr>
  <p:slideViewPr>
    <p:cSldViewPr snapToGrid="0">
      <p:cViewPr>
        <p:scale>
          <a:sx n="80" d="100"/>
          <a:sy n="80" d="100"/>
        </p:scale>
        <p:origin x="283" y="-16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Quantum &amp; AGI Computing:</a:t>
            </a:r>
            <a:br>
              <a:rPr lang="en-US" dirty="0"/>
            </a:br>
            <a:r>
              <a:rPr lang="en-US" dirty="0"/>
              <a:t>Course Overview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44FE6-BB51-E53C-9BDB-455CDD2A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Superposition &amp; Entanglement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9FCD-EA2B-FA39-6383-6C1A60F4AF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1"/>
            <a:ext cx="10439401" cy="4736591"/>
          </a:xfrm>
        </p:spPr>
        <p:txBody>
          <a:bodyPr>
            <a:normAutofit/>
          </a:bodyPr>
          <a:lstStyle/>
          <a:p>
            <a:pPr marR="0" algn="l" rtl="0"/>
            <a:r>
              <a:rPr lang="en-US" sz="24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“Quantum computing”  is an emerging approach that represents a significant departure from classical  computing approaches. </a:t>
            </a:r>
          </a:p>
          <a:p>
            <a:pPr marR="0" algn="l" rtl="0"/>
            <a:r>
              <a:rPr lang="en-US" sz="24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This new form of computing is rooted in quantum mechanics, which focuses on  the functioning of matter at lower scale levels, such as atoms and subatomic particles. </a:t>
            </a:r>
          </a:p>
          <a:p>
            <a:pPr marR="0" algn="l" rtl="0"/>
            <a:r>
              <a:rPr lang="en-US" sz="24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Unlike classical computing, quantum computing utilizes qubits, which differ from the standard bits 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used in electronic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computers. </a:t>
            </a:r>
          </a:p>
          <a:p>
            <a:pPr marL="0" marR="0" indent="0" algn="l" rtl="0">
              <a:buNone/>
            </a:pPr>
            <a:endParaRPr lang="en-US" sz="2400" b="1" i="0" u="none" strike="noStrike" baseline="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D456C-B4F1-4E99-B88C-2DF0D743F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62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B579-5A8E-8F1E-0DFE-7D196BA9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Superposition &amp; Entanglement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D883-0DBB-67F8-3657-B8DB21AC15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9705975" cy="46283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While regular bits are 0 or 1, qubits can simultaneously exist in both states, a phenomenon know as superposition. 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Superposition enables quantum computers to process vast information rapidly, making them significantly faster than conventional computers.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 Another important  aspect of quantum computing is quantum entanglement, where qubits become interconnected uniquely. 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When two quantum objects are entangled, Altering one object  causes a corresponding change in the other, regardless of the distance between them. This characteristic allows quantum computers to perform numerous calculations concurrently, a feat unattainable by regular computers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DFEB-F8B3-C6F9-9A5A-877D9DE29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57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2DB6-F7CA-793A-6E9B-201E0374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General Intelligence (AGI)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5EE84-77D0-9E56-B971-E3F189E23C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8186057" cy="4495038"/>
          </a:xfrm>
        </p:spPr>
        <p:txBody>
          <a:bodyPr/>
          <a:lstStyle/>
          <a:p>
            <a:r>
              <a:rPr lang="en-US" sz="20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Quantum computing is one of the three main pillars of the Artificial  General Intelligence (AGI). </a:t>
            </a:r>
          </a:p>
          <a:p>
            <a:r>
              <a:rPr lang="en-US" sz="20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AGI is the next wave  of AI where intelligence is applied autonomously and flexibly as if  the AI agent is a human being, </a:t>
            </a:r>
          </a:p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In AGI, agents are expected to act, behave  and independently take decisions, without the interference or guidance from huma beings</a:t>
            </a:r>
            <a:endParaRPr lang="en-US" sz="2000" b="1" i="0" u="none" strike="noStrike" baseline="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0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The other two pillars are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Agentic AI 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</a:rPr>
              <a:t> and blockchain.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D85BA-3209-EBE7-4BC1-81B3CEAE4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1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B18A4-F098-7044-2491-04534982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632F1-83A2-4B7A-453A-2EE529ABE5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184" y="1901371"/>
            <a:ext cx="10562772" cy="4695372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+mj-lt"/>
              </a:rPr>
              <a:t>AI Agents” is a new-old concept that refers  to intelligent agents that interact with an environment or another intelligence sources to make decisions</a:t>
            </a:r>
          </a:p>
          <a:p>
            <a:r>
              <a:rPr lang="en-US" dirty="0">
                <a:latin typeface="+mj-lt"/>
              </a:rPr>
              <a:t>A good example are the Reinforcement Learning agents which interact with environments to make intelligent decisions and solve problems</a:t>
            </a:r>
          </a:p>
          <a:p>
            <a:r>
              <a:rPr lang="en-US" dirty="0">
                <a:latin typeface="+mj-lt"/>
              </a:rPr>
              <a:t>Recently, the  term “AI Agents” got a new dimension, with ad advent of “Generative AI Agents”, where the intelligent agents interact with LLM generative systems to solve </a:t>
            </a:r>
            <a:r>
              <a:rPr lang="en-US" sz="2400" dirty="0">
                <a:latin typeface="+mj-lt"/>
              </a:rPr>
              <a:t>problems</a:t>
            </a:r>
            <a:r>
              <a:rPr lang="en-US" dirty="0">
                <a:latin typeface="+mj-lt"/>
              </a:rPr>
              <a:t> and provide answer</a:t>
            </a:r>
            <a:r>
              <a:rPr lang="en-US" dirty="0"/>
              <a:t>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A24DC-AC62-8D80-ADE6-774B768B6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Images">
            <a:extLst>
              <a:ext uri="{FF2B5EF4-FFF2-40B4-BE49-F238E27FC236}">
                <a16:creationId xmlns:a16="http://schemas.microsoft.com/office/drawing/2014/main" id="{2D71FEED-8240-3D00-0E8D-F47F0DDB3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960" y="4214817"/>
            <a:ext cx="5429250" cy="256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9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B1BC-C103-C627-654A-65F54F38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8E7A-6FBA-E3B5-C01B-E071F60BDA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3425" y="1828800"/>
            <a:ext cx="9944100" cy="4618863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The success of AI Agents in Generative AI Chatbots led to the mergence of a new filed: Agentic AI</a:t>
            </a:r>
          </a:p>
          <a:p>
            <a:r>
              <a:rPr lang="en-US" dirty="0">
                <a:latin typeface="Abadi" panose="020B0604020104020204" pitchFamily="34" charset="0"/>
              </a:rPr>
              <a:t>In agentic AI, Autonomous AI agents are designed and implemented using emerging platforms such </a:t>
            </a:r>
            <a:r>
              <a:rPr lang="en-US" dirty="0" err="1">
                <a:latin typeface="Abadi" panose="020B0604020104020204" pitchFamily="34" charset="0"/>
              </a:rPr>
              <a:t>Langchain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AuoGen</a:t>
            </a:r>
            <a:r>
              <a:rPr lang="en-US" dirty="0">
                <a:latin typeface="Abadi" panose="020B0604020104020204" pitchFamily="34" charset="0"/>
              </a:rPr>
              <a:t>, Crew.</a:t>
            </a:r>
          </a:p>
          <a:p>
            <a:r>
              <a:rPr lang="en-US" i="1" dirty="0">
                <a:latin typeface="Abadi" panose="020B0604020104020204" pitchFamily="34" charset="0"/>
              </a:rPr>
              <a:t>An AI agent is a computational system that perceives its environment, processes internal state, and takes actions to achieve defined goals. </a:t>
            </a:r>
          </a:p>
          <a:p>
            <a:r>
              <a:rPr lang="en-US" i="1" dirty="0">
                <a:latin typeface="Abadi" panose="020B0604020104020204" pitchFamily="34" charset="0"/>
              </a:rPr>
              <a:t>These systems exhibit autonomy, adaptability, and reactivity—key attributes that differentiate them from traditional software programs.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i="1" dirty="0">
                <a:latin typeface="Abadi" panose="020B0604020104020204" pitchFamily="34" charset="0"/>
              </a:rPr>
              <a:t>An agent operates not merely by reacting to inputs, but by maintaining context, managing goals, and adjusting strategies based on feedback. </a:t>
            </a:r>
          </a:p>
          <a:p>
            <a:r>
              <a:rPr lang="en-US" i="1" dirty="0">
                <a:latin typeface="Abadi" panose="020B0604020104020204" pitchFamily="34" charset="0"/>
              </a:rPr>
              <a:t>This dynamic behavior draws from the paradigm of </a:t>
            </a:r>
            <a:r>
              <a:rPr lang="en-US" b="1" i="1" dirty="0">
                <a:latin typeface="Abadi" panose="020B0604020104020204" pitchFamily="34" charset="0"/>
              </a:rPr>
              <a:t>situated AI</a:t>
            </a:r>
            <a:r>
              <a:rPr lang="en-US" i="1" dirty="0">
                <a:latin typeface="Abadi" panose="020B0604020104020204" pitchFamily="34" charset="0"/>
              </a:rPr>
              <a:t>, where intelligence emerges from continuous interaction with the environment. “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9E5E2-7B2C-F7A0-78CF-55C05D122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830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99FA-25F8-1C82-9513-4E4C1D28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7D00D-C076-1FC2-D16F-AC80C3D29C7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9833429" cy="335657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Since their emergence in 2008, Blockchain system technologies became the Defacto approach for building secure, decentralized, reliable and resilient systems</a:t>
            </a:r>
          </a:p>
          <a:p>
            <a:r>
              <a:rPr lang="en-US" sz="2400" dirty="0">
                <a:latin typeface="+mj-lt"/>
              </a:rPr>
              <a:t>At some stage they became known as Web-3 or Value-Web</a:t>
            </a:r>
          </a:p>
          <a:p>
            <a:r>
              <a:rPr lang="en-US" sz="2400" dirty="0">
                <a:latin typeface="+mj-lt"/>
              </a:rPr>
              <a:t>Their role is providing trust in the anticipated Artificial General Intelligence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77F3D-0B7B-39B3-1075-611D21183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0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6F62-C879-BE6B-2F7C-02568139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One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66D8E7-3AD0-10A2-DDE0-384637D5B0A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70115" y="1944914"/>
            <a:ext cx="10813142" cy="45937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00D4-F73C-7E3A-1C79-FBC192EC7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9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48C9-8AD1-D908-7279-7732FCDA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 Algorithms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E5659C-D53A-BA94-BFB3-FC34AFDFD5F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49087" y="2038349"/>
            <a:ext cx="9550400" cy="47373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50D5-27F3-D7F2-AA3E-262286F4D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863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{FE5D5B54-BA60-481A-8430-5BF22263AF6F}tf11964407_win32</Template>
  <TotalTime>2891</TotalTime>
  <Words>538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Abadi</vt:lpstr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Quantum &amp; AGI Computing: Course Overview</vt:lpstr>
      <vt:lpstr>Superposition &amp; Entanglement</vt:lpstr>
      <vt:lpstr>Superposition &amp; Entanglement </vt:lpstr>
      <vt:lpstr>Artificial General Intelligence (AGI)</vt:lpstr>
      <vt:lpstr>AI Agents</vt:lpstr>
      <vt:lpstr>Agentic AI</vt:lpstr>
      <vt:lpstr>Blockchain Technologies</vt:lpstr>
      <vt:lpstr>Reference One</vt:lpstr>
      <vt:lpstr>Quantum Computing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 Mohammed ELAffendi</dc:creator>
  <cp:lastModifiedBy>Prof Mohammed ELAffendi</cp:lastModifiedBy>
  <cp:revision>9</cp:revision>
  <dcterms:created xsi:type="dcterms:W3CDTF">2024-12-29T09:35:16Z</dcterms:created>
  <dcterms:modified xsi:type="dcterms:W3CDTF">2025-12-22T07:26:08Z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