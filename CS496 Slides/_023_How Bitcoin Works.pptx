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2" autoAdjust="0"/>
    <p:restoredTop sz="94660"/>
  </p:normalViewPr>
  <p:slideViewPr>
    <p:cSldViewPr snapToGrid="0">
      <p:cViewPr varScale="1">
        <p:scale>
          <a:sx n="71" d="100"/>
          <a:sy n="71" d="100"/>
        </p:scale>
        <p:origin x="353" y="2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515647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1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12898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8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6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5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928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511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4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1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950436C-4C75-43D7-82C7-21026AC3A54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CF13874-5EBF-4435-BBD8-589ADC1130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9613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FF3D-B857-4B38-899D-2AA92D5F31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How Bitcoin Works: A Transaction Journey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31180-6344-49FC-B9A9-D32EE2D37F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3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21BD-3DE0-4593-AB29-6B59DA68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Structure</a:t>
            </a:r>
          </a:p>
        </p:txBody>
      </p:sp>
      <p:pic>
        <p:nvPicPr>
          <p:cNvPr id="4" name="Content Placeholder 3" descr="Bitcoin Overview">
            <a:extLst>
              <a:ext uri="{FF2B5EF4-FFF2-40B4-BE49-F238E27FC236}">
                <a16:creationId xmlns:a16="http://schemas.microsoft.com/office/drawing/2014/main" id="{850325F5-7D3C-420E-ADBA-A546FB85187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162" y="1932318"/>
            <a:ext cx="9221638" cy="4239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46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4B1-349D-4D5D-9CD9-FC01F888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A Cup of Coffee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9AB44-CD1A-49C9-8C4A-935998687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The user gets the option for paying in dollars or </a:t>
            </a:r>
            <a:r>
              <a:rPr lang="en-US" sz="2800" dirty="0" err="1"/>
              <a:t>satoshes</a:t>
            </a:r>
            <a:endParaRPr lang="en-US" sz="2800" dirty="0"/>
          </a:p>
          <a:p>
            <a:pPr marL="0" indent="0">
              <a:buNone/>
            </a:pPr>
            <a:r>
              <a:rPr lang="en-US" sz="2400" dirty="0"/>
              <a:t>Total: </a:t>
            </a:r>
          </a:p>
          <a:p>
            <a:pPr marL="0" indent="0">
              <a:buNone/>
            </a:pPr>
            <a:r>
              <a:rPr lang="en-US" sz="2400" dirty="0"/>
              <a:t>       $1.50 USD </a:t>
            </a:r>
          </a:p>
          <a:p>
            <a:pPr marL="0" indent="0">
              <a:buNone/>
            </a:pPr>
            <a:r>
              <a:rPr lang="en-US" sz="2400" dirty="0"/>
              <a:t>       0.015 BTC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58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33D7-A771-4864-8FE2-9316223C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C328D-DBA6-42B6-97FD-8E4281D79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transaction tells the network that the owner of some bitcoin value has authorized the transfer of that value to another owner. </a:t>
            </a:r>
          </a:p>
          <a:p>
            <a:r>
              <a:rPr lang="en-US" sz="2800" dirty="0"/>
              <a:t>The new owner can now spend the bitcoin by creating another transaction that authorizes the transfer to another owner, and so on, in a chain of ownership.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62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EDFB-ECD6-459E-9A35-75DC1A39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Transaction</a:t>
            </a:r>
          </a:p>
        </p:txBody>
      </p:sp>
      <p:pic>
        <p:nvPicPr>
          <p:cNvPr id="4" name="Content Placeholder 3" descr="Transaction Double-Entry">
            <a:extLst>
              <a:ext uri="{FF2B5EF4-FFF2-40B4-BE49-F238E27FC236}">
                <a16:creationId xmlns:a16="http://schemas.microsoft.com/office/drawing/2014/main" id="{22616B8A-2534-4D33-AFE2-1787F645EE1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087" y="1699404"/>
            <a:ext cx="8376249" cy="47704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476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8D31-D14F-44A8-9DA7-646A4486F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Chains of Transactions</a:t>
            </a:r>
          </a:p>
        </p:txBody>
      </p:sp>
      <p:pic>
        <p:nvPicPr>
          <p:cNvPr id="4" name="Content Placeholder 3" descr="Transaction chain">
            <a:extLst>
              <a:ext uri="{FF2B5EF4-FFF2-40B4-BE49-F238E27FC236}">
                <a16:creationId xmlns:a16="http://schemas.microsoft.com/office/drawing/2014/main" id="{05046AC8-B5EE-49A3-8314-E04FE85445A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49" y="1975449"/>
            <a:ext cx="9342408" cy="4537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7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531C-67C9-428D-9675-93605A8E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Payments are Performed</a:t>
            </a:r>
          </a:p>
        </p:txBody>
      </p:sp>
      <p:pic>
        <p:nvPicPr>
          <p:cNvPr id="4" name="Content Placeholder 3" descr="Common Transaction">
            <a:extLst>
              <a:ext uri="{FF2B5EF4-FFF2-40B4-BE49-F238E27FC236}">
                <a16:creationId xmlns:a16="http://schemas.microsoft.com/office/drawing/2014/main" id="{4DB4B447-642F-4A0D-A8AA-AA0AAEDA33C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792" y="2355011"/>
            <a:ext cx="8643668" cy="4071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058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CF07-D7E5-4582-89EE-0CB2B4F3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Wallet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4E17C-271A-450F-8C54-D75654E7D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wallet application contains all the logic for selecting appropriate inputs and outputs to build a transaction to Alice’s specification. </a:t>
            </a:r>
          </a:p>
          <a:p>
            <a:r>
              <a:rPr lang="en-US" sz="2800" dirty="0"/>
              <a:t>The user  only needs to specify a destination and an amount, and the rest happens in the wallet application without her seeing the details. </a:t>
            </a:r>
          </a:p>
          <a:p>
            <a:r>
              <a:rPr lang="en-US" sz="2800" dirty="0"/>
              <a:t>The wallet application can construct transactions even if it is completely offline.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3766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6446-418E-4102-B4C2-A839ED6E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Real Transaction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FEFA57-9139-417E-A7F1-FAE81FEC9C7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64" y="1406107"/>
            <a:ext cx="9929004" cy="4942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194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7F6F-3C70-48F9-8B1E-87B0DB3E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Mining</a:t>
            </a:r>
          </a:p>
        </p:txBody>
      </p:sp>
      <p:pic>
        <p:nvPicPr>
          <p:cNvPr id="4" name="Content Placeholder 3" descr="Alice's transaction included in a block">
            <a:extLst>
              <a:ext uri="{FF2B5EF4-FFF2-40B4-BE49-F238E27FC236}">
                <a16:creationId xmlns:a16="http://schemas.microsoft.com/office/drawing/2014/main" id="{B1951D4B-422A-4C61-9E71-2FE034AEBB6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418" y="838200"/>
            <a:ext cx="7294418" cy="57265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7186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BD25-B5FC-4910-8026-05F18846B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15271-4EFB-45FD-9E2C-E8B4FDBEB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2419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582</TotalTime>
  <Words>163</Words>
  <Application>Microsoft Office PowerPoint</Application>
  <PresentationFormat>Widescreen</PresentationFormat>
  <Paragraphs>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Franklin Gothic Book</vt:lpstr>
      <vt:lpstr>Crop</vt:lpstr>
      <vt:lpstr>How Bitcoin Works: A Transaction Journey</vt:lpstr>
      <vt:lpstr>Network Structure</vt:lpstr>
      <vt:lpstr>Buying A Cup of Coffee</vt:lpstr>
      <vt:lpstr>A Transaction</vt:lpstr>
      <vt:lpstr>Typical Transaction</vt:lpstr>
      <vt:lpstr>Chains of Transactions</vt:lpstr>
      <vt:lpstr>How Payments are Performed</vt:lpstr>
      <vt:lpstr>Wallet Application</vt:lpstr>
      <vt:lpstr>A Real Transaction</vt:lpstr>
      <vt:lpstr>Mining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Bitcoin Works: A Transaction Journey</dc:title>
  <dc:creator>Mohammed EL-Affendi</dc:creator>
  <cp:lastModifiedBy>Prof Mohammed ELAffendi</cp:lastModifiedBy>
  <cp:revision>13</cp:revision>
  <dcterms:created xsi:type="dcterms:W3CDTF">2019-09-17T14:11:47Z</dcterms:created>
  <dcterms:modified xsi:type="dcterms:W3CDTF">2025-04-22T07:09:43Z</dcterms:modified>
</cp:coreProperties>
</file>